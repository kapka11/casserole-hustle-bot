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9F43"/>
                </a:solidFill>
              </a:defRPr>
            </a:pPr>
            <a:r>
              <a:t>🍳 ЗАПЕКАНОЧНЫЙ БОТ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Прототип интеллектуального чат-бота</a:t>
            </a:r>
            <a:br/>
            <a:r>
              <a:t>для Telegram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</a:defRPr>
            </a:pPr>
            <a:r>
              <a:t>ИИ-эксперт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F43"/>
                </a:solidFill>
              </a:defRPr>
            </a:pPr>
            <a:r>
              <a:t>ИДЕЯ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Чат-бот с игровой экономической механикой на тему приготовления запеканок.</a:t>
            </a:r>
            <a:br/>
            <a:br/>
            <a:r>
              <a:t>Пользователи:</a:t>
            </a:r>
            <a:br/>
            <a:r>
              <a:t>• "Замучивают" запеканки (раз в час, 1–20 шт.)</a:t>
            </a:r>
            <a:br/>
            <a:r>
              <a:t>• Получают случайные сырники (шанс 15%)</a:t>
            </a:r>
            <a:br/>
            <a:r>
              <a:t>• Прокачивают уровень</a:t>
            </a:r>
            <a:br/>
            <a:r>
              <a:t>• Зарабатывают и тратят внутреннюю валюту (запекоины)</a:t>
            </a:r>
            <a:br/>
            <a:r>
              <a:t>• Торгуют друг с другом</a:t>
            </a:r>
            <a:br/>
            <a:r>
              <a:t>• Играют в орла и решку</a:t>
            </a:r>
            <a:br/>
            <a:r>
              <a:t>• Соревнуются в топаx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F43"/>
                </a:solidFill>
              </a:defRPr>
            </a:pPr>
            <a:r>
              <a:t>ЦЕЛЕВАЯ АУДИТОРИЯ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Пользователи Telegram 14–35 лет</a:t>
            </a:r>
            <a:br/>
            <a:r>
              <a:t>Группы друзей и тематические чат-сообщества</a:t>
            </a:r>
            <a:br/>
            <a:r>
              <a:t>Интерес к игровым ботам и экономическим симуляторам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F43"/>
                </a:solidFill>
              </a:defRPr>
            </a:pPr>
            <a:r>
              <a:t>ЦЕЛИ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Работающий прототип · Экономическая система ·</a:t>
            </a:r>
            <a:br/>
            <a:r>
              <a:t>Социальное взаимодействие · Соревнования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F43"/>
                </a:solidFill>
              </a:defRPr>
            </a:pPr>
            <a:r>
              <a:t>ФУНКЦИОНАЛ БОТА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🍳 casserole / "casserole" — замутить запеканки</a:t>
            </a:r>
            <a:br/>
            <a:r>
              <a:t>👤 /me — профиль и статистика</a:t>
            </a:r>
            <a:br/>
            <a:r>
              <a:t>🏆 /top / /top_syrniki — топы чата и глобальный</a:t>
            </a:r>
            <a:br/>
            <a:r>
              <a:t>💰 /salary — зарплата 200 запекоинов</a:t>
            </a:r>
            <a:br/>
            <a:r>
              <a:t>🎁 /gift N / "подарить N" — подарок запеканок</a:t>
            </a:r>
            <a:br/>
            <a:r>
              <a:t>🪙 /givecoins N — перевод с комиссией 20%</a:t>
            </a:r>
            <a:br/>
            <a:r>
              <a:t>🛒 /buy N / /sell N — торговля запеканками</a:t>
            </a:r>
            <a:br/>
            <a:r>
              <a:t>🧀 /buy_s N / /sell_s N — торговля сырниками</a:t>
            </a:r>
            <a:br/>
            <a:r>
              <a:t>🎲 /coinflip N — орёл и решка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F43"/>
                </a:solidFill>
              </a:defRPr>
            </a:pPr>
            <a:r>
              <a:t>СИСТЕМА УРОВНЕЙ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Уровень растёт после N замутов (N — случайное число)</a:t>
            </a:r>
            <a:br/>
            <a:r>
              <a:t>• С каждым уровнем N меняется</a:t>
            </a:r>
            <a:br/>
            <a:r>
              <a:t>• Влияет на количество выпадающих сырников:</a:t>
            </a:r>
            <a:br/>
            <a:r>
              <a:t>   – Ур. 1: 1–5 сырников</a:t>
            </a:r>
            <a:br/>
            <a:r>
              <a:t>   – Ур. 2: множитель level/1.5</a:t>
            </a:r>
            <a:br/>
            <a:r>
              <a:t>   – Ур. 3+: множитель level/2</a:t>
            </a:r>
            <a:br/>
            <a:r>
              <a:t>• В профиле виден прогресс до следующего уровня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F43"/>
                </a:solidFill>
              </a:defRPr>
            </a:pPr>
            <a:r>
              <a:t>ТЕХНИЧЕСКИЙ СТЕК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Платформа: Telegram Bot API</a:t>
            </a:r>
            <a:br/>
            <a:r>
              <a:t>• Язык: Python 3.13</a:t>
            </a:r>
            <a:br/>
            <a:r>
              <a:t>• Библиотека: python-telegram-bot 22.x</a:t>
            </a:r>
            <a:br/>
            <a:r>
              <a:t>• База данных: SQLite (bot.db)</a:t>
            </a:r>
            <a:br/>
            <a:r>
              <a:t>• Асинхронная обработка команд</a:t>
            </a:r>
            <a:br/>
            <a:r>
              <a:t>• Inline-кнопки для интерактива</a:t>
            </a:r>
            <a:br/>
            <a:r>
              <a:t>• Обратный отсчёт через asyncio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F43"/>
                </a:solidFill>
              </a:defRPr>
            </a:pPr>
            <a:r>
              <a:t>ЭКОНОМИЧЕСКАЯ СИСТЕМА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🏦 Валюта: запекоины</a:t>
            </a:r>
            <a:br/>
            <a:br/>
            <a:r>
              <a:t>💰 Зарплата: 200 запекоинов / час</a:t>
            </a:r>
            <a:br/>
            <a:r>
              <a:t>🍳 10 запеканок = 25 🪙</a:t>
            </a:r>
            <a:br/>
            <a:r>
              <a:t>🧀 1 сырник = 10 🪙</a:t>
            </a:r>
            <a:br/>
            <a:r>
              <a:t>💸 Комиссия: 20% на все операции,</a:t>
            </a:r>
            <a:br/>
            <a:r>
              <a:t>   кроме зарплаты и /coinflip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F43"/>
                </a:solidFill>
              </a:defRPr>
            </a:pPr>
            <a:r>
              <a:t>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✅ Полностью рабочий прототип чат-бота</a:t>
            </a:r>
            <a:br/>
            <a:r>
              <a:t>✅ Все заявленные механики реализованы</a:t>
            </a:r>
            <a:br/>
            <a:r>
              <a:t>✅ Бот готов к использованию в чатах</a:t>
            </a:r>
            <a:br/>
            <a:r>
              <a:t>✅ Возможность расширения функционала</a:t>
            </a:r>
            <a:br/>
            <a:br/>
            <a:r>
              <a:t>Ссылка на бота: t.me/&lt;ваш_юзернейм_бота&gt;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